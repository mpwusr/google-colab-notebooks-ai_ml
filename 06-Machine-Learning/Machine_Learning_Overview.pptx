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learning, model evaluation, hyperparameter tuning, and handling imbalanced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coefficients, R-squared, residual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algorithm, Gini/Entropy, pruning, visualization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K-fold, validation strategy, bias-variance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RandomizedSearchCV, best parameters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Imbalanced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oversampling, undersampling techniques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ROC-AUC, confusion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imputation, scaling, encoding, selection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payment prediction, Pima diabetes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regression models, interpreting coefficients, evaluating predictions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0253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568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construction, visualization, feature importance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Workshop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35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and randomized search for optimal model configuration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387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93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Payment Case Study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039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preprocessing, modeling, evaluation on credit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30682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611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Diabetes Classification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imputation, model comparison, classification on medical 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and evaluation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and resampling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visualization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heatmaps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