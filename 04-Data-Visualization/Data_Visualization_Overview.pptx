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and creating compelling visual stories from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Basics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Figure, axes, subplots, plot types, styling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&amp; Scatter Plots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visualization, correlation analysis, markers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Histogram Charts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comparisons, frequency distributions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&amp; Violin Plots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visualization, outlier detection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Statistical Plots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pair plots, regression plots, styling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Customization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labels, legends, annotations, themes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Visualization Comprehensive Guide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chart types: line, scatter, histogram, bar, box plots with Matplotlib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Statistical Visualizations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768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pair plots, distribution plots for statistical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Customization &amp; Styling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540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themes, annotations, subplots, and publication-quality figures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plotting library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for plotting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