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 &amp; OOP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tuples, dictionaries, sets, classes, inheritance, and tree data structures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Arrays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slicing, indexing, list methods, nested lists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sequences, packing/unpacking, named tuples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pairs, dict methods, nested dictionaries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collections, set operations (union, intersection)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__init__, methods, encapsulation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Subclasses, super(), method overriding, multiple inheritance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Metaclasses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class creation, class factories, __new__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Data Structures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trees, traversal algorithms, tree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Tuples, Dicts, 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walkthrough of all core Python data structures with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Fundamentals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inheritance, polymorphism with practical examples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Metaclass Programming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Python: metaclasses, class decorators, and custom class creation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Data Structures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implementation, traversal (BFS, DFS), and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structures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array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container datatypes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OOP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