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Perceptrons, activation functions, backpropagation, and deep learning fundamentals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AI/ML Graduate Certificate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Topics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neuron, weights, bias, linear decision boundary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Sigmoid, ReLU, tanh, softmax — when and why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Input/hidden/output layers, neurons, connections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21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outputs through the network layer by layer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computation, chain rule, weight updates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Optimization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SGD, learning rate, epochs, batch size, loss functions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06908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06908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142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4434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L1/L2 penalties, early stopping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069080"/>
            <a:ext cx="3657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06908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142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Keras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434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API, compile, fit, evaluate, predict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Notebooks &amp;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Neural Networks (Part 1)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architecture, activation functions, forward propagation concepts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Neural Networks (Part 2)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768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Backpropagation, training, optimization, and building practical models with Keras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377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965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and visualization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 this module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29000" y="301752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Post Graduate Program in AI/ML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Networks</dc:title>
  <dc:subject>PptxGenJS Presentation</dc:subject>
  <dc:creator>Mike Williams</dc:creator>
  <cp:lastModifiedBy>Mike Williams</cp:lastModifiedBy>
  <cp:revision>1</cp:revision>
  <dcterms:created xsi:type="dcterms:W3CDTF">2026-02-24T00:34:43Z</dcterms:created>
  <dcterms:modified xsi:type="dcterms:W3CDTF">2026-02-24T00:34:43Z</dcterms:modified>
</cp:coreProperties>
</file>