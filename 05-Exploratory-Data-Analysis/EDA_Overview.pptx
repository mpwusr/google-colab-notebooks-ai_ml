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Exploratory Data Analysis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investigation of datasets through statistics, visualization, and pattern discovery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4023360"/>
            <a:ext cx="22860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 Austin AI/ML Graduate Certificate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Topics Covered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188720"/>
            <a:ext cx="54864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26187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Profiling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5544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Shape, dtypes, describe(), info(), null counts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54864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26187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Analysis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5544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Histograms, box plots, value counts, distribution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14884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2148840"/>
            <a:ext cx="54864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22199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 Analysis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25146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plots, correlation matrices, cross-tabulation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14884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148840"/>
            <a:ext cx="54864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222199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Detection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25146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method, z-scores, visual identification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310896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3108960"/>
            <a:ext cx="54864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318211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Relationships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34747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Heatmaps, pair plots, group comparisons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10896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108960"/>
            <a:ext cx="54864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318211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Assessment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0" y="34747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values, duplicates, data consistency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Notebooks &amp; Examples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18872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EDA Notebook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49961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exploratory data analysis workflow with statistical summaries and visualizations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01168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196596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Dataset Analysis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27685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EDA: passenger survival patterns, feature relationships, insights extraction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78892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788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27432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Best Practices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305409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approach to understanding data before modeling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Libraries &amp; Tools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3774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659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5328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 and profiling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828800"/>
            <a:ext cx="23774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20440" y="19659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20440" y="25328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of patterns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828800"/>
            <a:ext cx="23774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63640" y="19659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63640" y="25328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plots and heatmaps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 in this module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429000" y="3017520"/>
            <a:ext cx="22860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 Austin Post Graduate Program in AI/ML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Exploratory Data Analysis</dc:title>
  <dc:subject>PptxGenJS Presentation</dc:subject>
  <dc:creator>Mike Williams</dc:creator>
  <cp:lastModifiedBy>Mike Williams</cp:lastModifiedBy>
  <cp:revision>1</cp:revision>
  <dcterms:created xsi:type="dcterms:W3CDTF">2026-02-24T00:34:43Z</dcterms:created>
  <dcterms:modified xsi:type="dcterms:W3CDTF">2026-02-24T00:34:43Z</dcterms:modified>
</cp:coreProperties>
</file>