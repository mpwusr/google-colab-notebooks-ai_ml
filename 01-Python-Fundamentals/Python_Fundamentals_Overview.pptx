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Fundamentals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control flow, functions, debugging, and core Python concepts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string, boolean, complex, type conversion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Expressions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logical, assignment operators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if/elif/else, while loops, for loops, break/continue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functions, parameters, return values, lambda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Functions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map(), filter(), reduce(), list comprehensions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Error Handling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try/except, traceback, common error types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operations, path manipulation, os.walk()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print(), input(), string formatting, f-strings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for Data Science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concepts with a data science orientation — variables, operators, control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&amp; Looping Constructs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loops, while loops, nested loops with practical exercises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Functions (lambda, map, filter)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patterns and one-liner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solution notebook tying together all Python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syntax and built-in functions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and path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