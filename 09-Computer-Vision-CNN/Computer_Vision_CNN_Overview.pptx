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Computer Vision &amp; CNNs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31520" y="274320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Convolutional neural networks, image classification, object detection with YOLOv7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4023360"/>
            <a:ext cx="2286000" cy="3657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42062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 Austin AI/ML Graduate Certificate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Topics Covered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365760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188720"/>
            <a:ext cx="54864" cy="7315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261872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Architecture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155448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Convolutional layers, pooling, feature maps, filters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1188720"/>
            <a:ext cx="365760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188720"/>
            <a:ext cx="54864" cy="7315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261872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Keras Sequential CNN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37760" y="155448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CNNs layer by layer, model summary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31520" y="2148840"/>
            <a:ext cx="365760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31520" y="2148840"/>
            <a:ext cx="54864" cy="7315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2221992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Classification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14400" y="251460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on image datasets, data augmentation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0" y="2148840"/>
            <a:ext cx="365760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2148840"/>
            <a:ext cx="54864" cy="7315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8" name="Text 16"/>
          <p:cNvSpPr/>
          <p:nvPr/>
        </p:nvSpPr>
        <p:spPr>
          <a:xfrm>
            <a:off x="4937760" y="2221992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37760" y="251460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Pre-trained models, fine-tuning, feature extraction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3108960"/>
            <a:ext cx="365760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31520" y="3108960"/>
            <a:ext cx="54864" cy="7315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3182112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Detection (YOLOv7)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14400" y="347472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detection, bounding boxes, anchor boxes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0" y="3108960"/>
            <a:ext cx="365760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3108960"/>
            <a:ext cx="54864" cy="7315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6" name="Text 24"/>
          <p:cNvSpPr/>
          <p:nvPr/>
        </p:nvSpPr>
        <p:spPr>
          <a:xfrm>
            <a:off x="4937760" y="3182112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Inference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937760" y="347472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Loading trained models, making predictions on new images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Notebooks &amp; Examples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411480" cy="4114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234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71600" y="118872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Sequential Model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1499616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 convolutional neural network with Keras Sequential API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2011680"/>
            <a:ext cx="411480" cy="4114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011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71600" y="196596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 Project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71600" y="2276856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CV project: image classification with deep learning pipeline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2788920"/>
            <a:ext cx="411480" cy="4114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788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71600" y="274320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YOLOv7 Training in Colab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71600" y="3054096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YOLOv7 object detection model on custom datasets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3566160"/>
            <a:ext cx="411480" cy="4114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566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71600" y="352044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Inference Notebooks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71600" y="3831336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predictions with trained models on new image data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Libraries &amp; Tools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85800" y="1760220"/>
            <a:ext cx="23774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8973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 / Keras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31343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model building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83280" y="1760220"/>
            <a:ext cx="23774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520440" y="18973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520440" y="231343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YOLOv7 implementation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080760" y="1760220"/>
            <a:ext cx="23774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17920" y="18973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217920" y="231343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processing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85800" y="3086100"/>
            <a:ext cx="23774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22960" y="32232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 / Pillow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2960" y="363931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I/O and manipulation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383280" y="3086100"/>
            <a:ext cx="23774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520440" y="32232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520440" y="363931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operations on images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080760" y="3086100"/>
            <a:ext cx="23774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217920" y="32232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217920" y="363931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Displaying images and results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731520" y="22860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Notebooks in this module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429000" y="3017520"/>
            <a:ext cx="2286000" cy="3657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2918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 Austin Post Graduate Program in AI/ML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Computer Vision &amp; CNNs</dc:title>
  <dc:subject>PptxGenJS Presentation</dc:subject>
  <dc:creator>Mike Williams</dc:creator>
  <cp:lastModifiedBy>Mike Williams</cp:lastModifiedBy>
  <cp:revision>1</cp:revision>
  <dcterms:created xsi:type="dcterms:W3CDTF">2026-02-24T00:34:43Z</dcterms:created>
  <dcterms:modified xsi:type="dcterms:W3CDTF">2026-02-24T00:34:43Z</dcterms:modified>
</cp:coreProperties>
</file>