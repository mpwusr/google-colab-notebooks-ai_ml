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Machine Learning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methods, clustering, fraud detection, and business case studies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AI/ML Graduate Certificate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Topics 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&amp; Random Forests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aggregation, feature randomness, variance reduction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(AdaBoost, XGBoost)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learning, gradient boosting, weak learners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learning, elbow method, cluster analysis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imbalanced classification, cost-sensitive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Prediction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analytics: cancellation prediction, feature engineering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Prediction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with classification models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06908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06908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142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Attrition Modeling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44348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turnover prediction, feature importance analysis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06908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406908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4142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Demand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44348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case study with real-world demand data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Notebooks &amp;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Methods: Bagging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96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implementation, feature importance, out-of-bag error estimation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02536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02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5681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Methods: Boosting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677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AdaBoost, XGBoost with hyperparameter optimization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70632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70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249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0358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segmentation with elbow method and cluster visualization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3872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38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4930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80390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extreme class imbalance in financial fraud identification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306824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06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2611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Cancellation Prediction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572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case: predicting cancellations to optimize revenue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Libraries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76022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973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and clustering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76022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8973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313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framework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76022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8973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313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08610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2232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and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308610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20440" y="32232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Imbalanced-learn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08610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2232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serialization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in this module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29000" y="301752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Post Graduate Program in AI/ML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Machine Learning</dc:title>
  <dc:subject>PptxGenJS Presentation</dc:subject>
  <dc:creator>Mike Williams</dc:creator>
  <cp:lastModifiedBy>Mike Williams</cp:lastModifiedBy>
  <cp:revision>1</cp:revision>
  <dcterms:created xsi:type="dcterms:W3CDTF">2026-02-24T00:34:43Z</dcterms:created>
  <dcterms:modified xsi:type="dcterms:W3CDTF">2026-02-24T00:34:43Z</dcterms:modified>
</cp:coreProperties>
</file>