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 &amp; Practice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Assessments, coding challenges, and practice problems across all AI/ML topics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AI/ML Graduate Certificate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Topics 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Quizzes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Python syntax, data types, control flow assessments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knowledge checks covering recent topics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Tests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practice exams for exam preparation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 Challenges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programming and algorithmic problem solving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Practice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visualization practice problems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Concept Quizzes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theory and application questions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Notebooks &amp;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Quiz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96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covering variables, functions, control flow, and OOP basics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Quiz Collection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768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weekly assessments testing progressive skill building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 Challenges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0540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coding problems for algorithmic thinking and optimization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20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Practice 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8313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practice exam covering the entire AI/ML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Libraries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challenges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problems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concept exercises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in this module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29000" y="301752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Post Graduate Program in AI/ML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Quizzes &amp; Practice</dc:title>
  <dc:subject>PptxGenJS Presentation</dc:subject>
  <dc:creator>Mike Williams</dc:creator>
  <cp:lastModifiedBy>Mike Williams</cp:lastModifiedBy>
  <cp:revision>1</cp:revision>
  <dcterms:created xsi:type="dcterms:W3CDTF">2026-02-24T00:34:43Z</dcterms:created>
  <dcterms:modified xsi:type="dcterms:W3CDTF">2026-02-24T00:34:43Z</dcterms:modified>
</cp:coreProperties>
</file>