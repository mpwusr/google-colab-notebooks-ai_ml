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Science: NumPy &amp; Pandas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731520" y="274320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computing, DataFrame manipulation, and real-world data analysis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4023360"/>
            <a:ext cx="2286000" cy="36576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42062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 Austin AI/ML Graduate Certificate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Topics Covered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188720"/>
            <a:ext cx="365760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188720"/>
            <a:ext cx="54864" cy="7315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261872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 Arrays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155448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Creation, indexing, slicing, reshaping, broadcasting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54880" y="1188720"/>
            <a:ext cx="365760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188720"/>
            <a:ext cx="54864" cy="7315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1261872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Vectorized Operations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37760" y="155448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Element-wise math, aggregations, universal functions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31520" y="2148840"/>
            <a:ext cx="365760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31520" y="2148840"/>
            <a:ext cx="54864" cy="7315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2221992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Series &amp; DataFrames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14400" y="251460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Creating, indexing, selecting, filtering data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54880" y="2148840"/>
            <a:ext cx="365760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2148840"/>
            <a:ext cx="54864" cy="7315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8" name="Text 16"/>
          <p:cNvSpPr/>
          <p:nvPr/>
        </p:nvSpPr>
        <p:spPr>
          <a:xfrm>
            <a:off x="4937760" y="2221992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37760" y="251460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Handling missing values, duplicates, type conversion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3108960"/>
            <a:ext cx="365760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31520" y="3108960"/>
            <a:ext cx="54864" cy="7315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" y="3182112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GroupBy &amp; Aggregation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14400" y="347472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Split-apply-combine, pivot tables, crosstabs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54880" y="3108960"/>
            <a:ext cx="365760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3108960"/>
            <a:ext cx="54864" cy="7315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6" name="Text 24"/>
          <p:cNvSpPr/>
          <p:nvPr/>
        </p:nvSpPr>
        <p:spPr>
          <a:xfrm>
            <a:off x="4937760" y="3182112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Merging &amp; Joining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937760" y="347472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concat, merge, join operations on DataFrames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Notebooks &amp; Examples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411480" cy="4114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2344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371600" y="1188720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NumPy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71600" y="1499616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guide to NumPy arrays, vectorized operations, and broadcasting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31520" y="2011680"/>
            <a:ext cx="411480" cy="4114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011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71600" y="1965960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Pandas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371600" y="2276856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 tutorial: DataFrames, Series, indexing, grouping, merging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2788920"/>
            <a:ext cx="411480" cy="4114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7889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71600" y="2743200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Books Dataset Analysis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371600" y="3054096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project analyzing a books dataset with Pandas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Libraries &amp; Tools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237744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9659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253288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arrays and math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383280" y="1828800"/>
            <a:ext cx="237744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520440" y="19659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520440" y="253288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DataFrames and data wrangling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26480" y="1828800"/>
            <a:ext cx="237744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263640" y="19659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263640" y="253288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plotting for data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0"/>
            <a:ext cx="7680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731520" y="22860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Notebooks in this module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429000" y="3017520"/>
            <a:ext cx="2286000" cy="36576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32918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 Austin Post Graduate Program in AI/ML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Science: NumPy &amp; Pandas</dc:title>
  <dc:subject>PptxGenJS Presentation</dc:subject>
  <dc:creator>Mike Williams</dc:creator>
  <cp:lastModifiedBy>Mike Williams</cp:lastModifiedBy>
  <cp:revision>1</cp:revision>
  <dcterms:created xsi:type="dcterms:W3CDTF">2026-02-24T00:34:43Z</dcterms:created>
  <dcterms:modified xsi:type="dcterms:W3CDTF">2026-02-24T00:34:43Z</dcterms:modified>
</cp:coreProperties>
</file>