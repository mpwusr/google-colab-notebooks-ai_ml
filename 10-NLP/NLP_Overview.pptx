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Natural Language Processing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preprocessing, sentiment analysis, and NLP project implementation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023360"/>
            <a:ext cx="2286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Austin AI/ML Graduate Certificate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Topics Covered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618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Tokenization, stopwords, stemming, lemmatization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618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of Words / TF-IDF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from text, vectorization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14884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14884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2219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514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text polarity, opinion mining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14884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14884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2219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514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Word2Vec, GloVe, embedding layers in neural nets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10896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10896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1821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474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Bayes, SVM, deep learning for text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10896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10896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1821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3474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text processing, model training, evaluation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Notebooks &amp; Examples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Project: Full Pipeline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49961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NLP: text preprocessing, feature extraction, classification model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9659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News Sentiment Analysis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27685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financial news text for sentiment using NLP techniques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78892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743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Vectorization Techniques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05409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of Words, TF-IDF, and word embeddings for text representation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56616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5204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Text Preprocessing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83133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Tokenization, stopwords removal, stemming, and lemmatization workflows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Libraries &amp;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760220"/>
            <a:ext cx="2377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973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134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toolkit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760220"/>
            <a:ext cx="2377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8973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20440" y="23134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 models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760220"/>
            <a:ext cx="2377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8973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23134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NLP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086100"/>
            <a:ext cx="2377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2232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6393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data management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3086100"/>
            <a:ext cx="2377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20440" y="32232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(regex)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20440" y="36393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cleaning and pattern matching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3086100"/>
            <a:ext cx="2377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32232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WordCloud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36393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word frequencies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in this module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29000" y="3017520"/>
            <a:ext cx="2286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Austin Post Graduate Program in AI/ML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Natural Language Processing</dc:title>
  <dc:subject>PptxGenJS Presentation</dc:subject>
  <dc:creator>Mike Williams</dc:creator>
  <cp:lastModifiedBy>Mike Williams</cp:lastModifiedBy>
  <cp:revision>1</cp:revision>
  <dcterms:created xsi:type="dcterms:W3CDTF">2026-02-24T00:34:43Z</dcterms:created>
  <dcterms:modified xsi:type="dcterms:W3CDTF">2026-02-24T00:34:43Z</dcterms:modified>
</cp:coreProperties>
</file>