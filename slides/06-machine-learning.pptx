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regression and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logistic regression, decision trees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MSE, RMSE, R-squared, accuracy, precision, recall, F1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and cross-validation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GridSearchCV, RandomizedSearchCV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imbalanced datasets: oversampling, undersampling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32918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Prepare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train_test_split()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32918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Train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algorithm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32918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789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Evaluate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37160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on test 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F1, R2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train_test_split, cross_val_score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LinearRegression, LogisticRegression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classification_report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data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random_state=42, stratify=y)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features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  # Never fit on test!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Train &amp; evaluate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LogisticRegression(max_iter=1000)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model.fit(X_train_scaled, y_train)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model.predict(X_test_scaled)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GridSearchCV, RandomizedSearchCV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 Search (exhaustive)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'max_depth': [3, 5, 10, None],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'min_samples_split': [2, 5, 10],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'min_samples_leaf': [1, 2, 4],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GridSearchCV(DecisionTreeClassifier(), param_grid,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cv=5, scoring='f1', n_jobs=-1)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print(f'Best params: {grid.best_params_}')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print(f'Best F1: {grid.best_score_:.4f}')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K-Fold Cross Validation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cross_val_score(model, X, y, cv=5, scoring='accuracy')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print(f'CV Accuracy: {scores.mean():.4f} +/- {scores.std():.4f}')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Mean Squared Error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Root MSE (same units as target)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Mean Absolute Error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R-squared: proportion of variance explained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correct / total (beware imbalance!)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TP / (TP + FP) — when FP is costly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TP / (TP + FN) — when FN is costly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 harmonic mean of precision &amp; 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workflow: prepare data, train model, evaluate, tune, iterate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split data BEFORE any preprocessing (prevent data leakage)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gives more reliable estimates than a single train/test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for small parameter spaces, RandomizedSearchCV for large 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metrics that match your business goal (precision vs recall tradeoff)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Machine Learning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