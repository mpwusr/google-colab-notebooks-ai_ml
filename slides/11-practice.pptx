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Quizzes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coding challenges (HackerRank-style)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with Pandas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building end-to-end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and optimization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coding questions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covering all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 most from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Practice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2-3 problems daily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yourself (25-45 min per problem)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clean, Pythonic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optimize after solving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Practice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projects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Kaggle competitions for real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models on same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EDA before modeling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approach and findings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Topics to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Dict/set operations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&amp; iteration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3291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GroupBy + agg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strategies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ML/DL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solutions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 to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daily practice is more effective than marathon 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understanding WHY a solution works, not just memorizing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complete projects: problem definition, EDA, modeling, evaluation, presentation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mistakes — they reveal gaps in understanding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problems to build speed for interviews and competitions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11: Quizzes &amp; Practice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