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371600"/>
            <a:ext cx="3657600" cy="365760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7DA8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011680"/>
            <a:ext cx="2377440" cy="2377440"/>
          </a:xfrm>
          <a:prstGeom prst="ellipse">
            <a:avLst/>
          </a:prstGeom>
          <a:solidFill>
            <a:srgbClr val="7DA87B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 Language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&amp; Machine Learning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AI/ML Course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Will Learn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preprocessing: tokenization, stemming, lemmatization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extraction: Bag of Words, TF-IDF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and text classification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embeddings: Word2Vec, GloVe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models: RNN, LSTM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and Hugging Face basics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Preprocessing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1A3A1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nltk, re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nltk.corpus import stopwords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nltk.stem import WordNetLemmatizer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sklearn.feature_extraction.text import TfidfVectorizer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preprocess(text):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text.lower()                          # Lowercase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re.sub(r'[^a-z\s]', '', text)         # Remove non-alpha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tokens = nltk.word_tokenize(text)             # Tokenize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stop = set(stopwords.words('english'))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tokens = [t for t in tokens if t not in stop] # Remove stopwords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lemmatizer = WordNetLemmatizer()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tokens = [lemmatizer.lemmatize(t) for t in tokens]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 '.join(tokens)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TF-IDF vectorization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tfidf = TfidfVectorizer(max_features=5000, ngram_range=(1,2))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tfidf.fit_transform(df['text'].apply(preprocess))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BoW to Transformers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text representation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3474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NLP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of Words: word counts as features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weighted word importance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N-grams: capture word sequences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baseline, fast, interpretable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word order and semantics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" cy="3474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NLP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Word2Vec/GloVe: dense word embeddings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LSTM/GRU: capture sequence information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Transformers: attention mechanism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BERT, GPT: pretrained language models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Face: easy-to-use model hub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BoW to Transformers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Hugging Face Transformers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1A3A1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pipeline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Sentiment analysis (zero-shot)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classifier = pipeline('sentiment-analysis')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classifier('This movie was absolutely fantastic!')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[{'label': 'POSITIVE', 'score': 0.9998}]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Text classification with fine-tuning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AutoTokenizer, AutoModelForSequenceClassification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tokenizer = AutoTokenizer.from_pretrained('bert-base-uncased')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AutoModelForSequenceClassification.from_pretrained(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'bert-base-uncased', num_labels=2)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Zero-shot classification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 = pipeline('zero-shot-classification')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zs('I need to book a flight', candidate_labels=['travel', 'food', 'tech'])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preprocessing: lowercase, remove noise, tokenize, remove stopwords, lemmatize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solid baseline for text features, captures word importance per document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 (Word2Vec, GloVe): dense vectors capturing semantic meaning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(BERT, GPT): state-of-the-art, use attention instead of sequence processing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Face: one-line pipelines for sentiment, classification, NER, and more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10: Natural Language Processing</dc:title>
  <dc:subject>PptxGenJS Presentation</dc:subject>
  <dc:creator>AI/ML Course</dc:creator>
  <cp:lastModifiedBy>AI/ML Course</cp:lastModifiedBy>
  <cp:revision>1</cp:revision>
  <dcterms:created xsi:type="dcterms:W3CDTF">2026-03-17T11:55:41Z</dcterms:created>
  <dcterms:modified xsi:type="dcterms:W3CDTF">2026-03-17T11:55:41Z</dcterms:modified>
</cp:coreProperties>
</file>