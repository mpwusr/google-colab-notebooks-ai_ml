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CNNs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data: pixels, channels, resolution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Convolution, pooling, and feature maps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VGG, ResNet, EfficientNet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and object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for real-time object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3291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Convolution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detect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Edges, textures, patterns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slides over image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filter weights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54864" cy="3291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Pooling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spatial dimensions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MaxPooling: keep max value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computation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translation invariance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54864" cy="3291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feature maps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classifier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 layer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for regularization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with Keras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 import Sequential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tensorflow.keras.layers import Conv2D, MaxPooling2D, Flatten, Dense, Dropout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Conv2D(32, (3,3), activation='relu', input_shape=(224,224,3)),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MaxPooling2D((2,2)),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Conv2D(64, (3,3), activation='relu'),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MaxPooling2D((2,2)),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Conv2D(128, (3,3), activation='relu'),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MaxPooling2D((2,2)),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Flatten(),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Dense(128, activation='relu'),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Dropout(0.5),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Dense(num_classes, activation='softmax')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Transfer Learning (much better!)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tf.keras.applications.ResNet50(weights='imagenet', include_top=False,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input_shape=(224,224,3))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base.trainable = False  # Freeze pretrained weights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Learning &amp; YOLO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on the shoulders of giants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pretrained models (ImageNet)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base layers, train top layers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Fine-tune: unfreeze and train at low LR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EfficientNet, VGG most popular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small datasets (100s of images)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 (Object Detection)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detection (real-time)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objects + bounding boxes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YOLOv7/v8: state of the 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surveillance, autonomous driving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custom models on your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&amp; YOLO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CNNs: convolution layers extract features, pooling reduces dimensions, dense layers classify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use pretrained models — dramatically better with small datasets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augmentation (flip, rotate, crop) increases effective training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YOLO: real-time object detection, single forward pass through the network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normalize pixel values (0-1) and resize images to consistent dimensions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9: Computer Vision &amp; CNNs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