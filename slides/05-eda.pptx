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process: understand, clean, analyze, visualize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summaries and distributions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handling outliers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and transformation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and multicollinearity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EDA: Titanic dataset walkthrough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EDA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approach to understanding data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Understand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df.shape, df.dtypes, df.info()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for statistics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df.nunique() for cardinality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for missing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df.duplicated().sum() for duplicates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Clean &amp; Transform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 (impute or drop)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or cap outliers (IQR method)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 (label, one-hot)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(StandardScaler, MinMax)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features from existing ones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EDA Process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EDA in Practice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pd, seaborn as sns, matplotlib.pyplot as plt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and inspect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pd.read_csv('titanic.csv')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print(df.shape, df.dtypes)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print(df.isnull().sum())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Distribution of target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sns.countplot(data=df, x='Survived', hue='Pclass')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detection (IQR method)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 Q3 = df['Fare'].quantile([0.25, 0.75])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IQR = Q3 - Q1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 = df[(df['Fare'] &lt; Q1-1.5*IQR) | (df['Fare'] &gt; Q3+1.5*IQR)]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Correlation heatmap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sns.heatmap(df.select_dtypes('number').corr(), annot=True, cmap='coolwarm')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engineering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df['FamilySize'] = df['SibSp'] + df['Parch'] + 1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df['IsAlone'] = (df['FamilySize'] == 1).astype(int)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Code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better inputs for ML models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Numerical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Binning: pd.cut(), pd.qcut()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for skewed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features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features (A * 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statistics for time series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Categorical Features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encoding: cat.codes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One-hot: pd.get_dummies()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ordered categories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(mean of target per category)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encoding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iterative: understand, clean, visualize, engineer features, repeat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.shape, .info(), .describe(), .isnull().sum()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Outliers: detect with IQR or z-scores, decide to remove, cap, or keep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heatmaps reveal multicollinearity and feature-target relationships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often matters more than model selection for performance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Exploratory Data Analysis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