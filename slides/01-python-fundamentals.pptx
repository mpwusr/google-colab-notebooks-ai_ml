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C5F2D"/>
          </a:solidFill>
          <a:ln w="25400">
            <a:solidFill>
              <a:srgbClr val="7DA8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011680"/>
            <a:ext cx="2377440" cy="2377440"/>
          </a:xfrm>
          <a:prstGeom prst="ellipse">
            <a:avLst/>
          </a:prstGeom>
          <a:solidFill>
            <a:srgbClr val="7DA87B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97BC6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MODULE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Fundamentals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AI &amp; Machine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AI/ML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 Will Learn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syntax, variables, and data types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if/elif/else, for loops, while loops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definition, arguments, return values, scope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I/O: reading and writing files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with try/except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techniques and best practices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Learn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Variables &amp; Data Types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typing in Python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Numeric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whole numbers (42, -7, 0)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float: decimals (3.14, -0.001)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complex: complex numbers (3+4j)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bool: True/False (subclass of int)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Sequence Types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str: text ('hello', "world")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mutable ordered [1, 2, 3]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tuple: immutable ordered (1, 2, 3)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range(start, stop, step)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&amp; Data Types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and repeating actions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Conditionals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 chains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Ternary: x = a if cond else 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Match/case (Python 3.10+)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Truthy/falsy values: 0, '', None, [] are False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item in iterable: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condition: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break, continue, else on loops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comprehensions: [x**2 for x in range(10)]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A3A1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Function definition with type hints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greet(name: str, greeting: str = 'Hello') -&gt; str: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f'{greeting}, {name}!'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*args and **kwargs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flexible(*args, **kwargs):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print(f'Positional: {args}')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print(f'Keyword: {kwargs}')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functions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** 2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sorted_names = sorted(names, key=lambda n: n.lower())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Decorators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timer(func):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wrapper(*args, **kwargs):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import time; start = time.time()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func(*args, **kwargs)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print(f'{func.__name__} took {time.time()-start:.2f}s')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result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wrapper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I/O &amp; Error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files and handling exceptions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54864" cy="347472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File Operations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open('file.txt', 'r') — read mode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open('file.txt', 'w') — write (overwrite)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open('file.txt', 'a') — append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manager: with open(...) as f: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f.read(), f.readline(), f.readlines()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54864" cy="3474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/ else / finally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specific: except ValueError as e: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exceptions: raise TypeError('msg')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exceptions: class MyError(Exception):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4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 breakpoint(), pdb, print()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 &amp; Error Handling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dynamically typed — variables don't need type declarations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flow: if/elif/else, for loops with iterables, while loops, comprehensions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Functions: def, *args/**kwargs, lambda, decorators for reusable 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I/O: always use 'with' context managers for safe file handling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try/except for graceful failure, raise for custom errors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0" y="4800600"/>
            <a:ext cx="365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1: Python Fundamentals</dc:title>
  <dc:subject>PptxGenJS Presentation</dc:subject>
  <dc:creator>AI/ML Course</dc:creator>
  <cp:lastModifiedBy>AI/ML Course</cp:lastModifiedBy>
  <cp:revision>1</cp:revision>
  <dcterms:created xsi:type="dcterms:W3CDTF">2026-03-17T11:55:41Z</dcterms:created>
  <dcterms:modified xsi:type="dcterms:W3CDTF">2026-03-17T11:55:41Z</dcterms:modified>
</cp:coreProperties>
</file>