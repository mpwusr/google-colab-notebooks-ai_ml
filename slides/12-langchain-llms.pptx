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7DA8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011680"/>
            <a:ext cx="2377440" cy="2377440"/>
          </a:xfrm>
          <a:prstGeom prst="ellipse">
            <a:avLst/>
          </a:prstGeom>
          <a:solidFill>
            <a:srgbClr val="7DA87B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LLMs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&amp; Machine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AI/ML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(LLMs): what they are and how they work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templates, few-shot, chain-of-thought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LangChain: chains, agents, tools, memory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learning and retrieval-augmented generation (RAG)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databases: embeddings, similarity search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AI-powered applications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Fundamentals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large language models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LLMs 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massive text datasets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prediction at scale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abilities: reasoning, coding, translation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creativity vs determinism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window: how much text they can process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3474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set behavior/role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provide examples in prompt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Chain-of-thought: 'think step by step'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and structured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prompts like code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 Basics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1A3A1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langchain_community.llms import OpenAI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langchain.prompts import PromptTemplate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langchain.chains import LLMChain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Simple prompt template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= PromptTemplate(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input_variables=['topic'],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template='Explain {topic} in simple terms for a beginner.'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chain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OpenAI(temperature=0.7)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= LLMChain(llm=llm, prompt=template)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chain.run('neural networks')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Sequential chain (pipe output to next step)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langchain.chains import SimpleSequentialChain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chain1 = LLMChain(llm=llm, prompt=explain_prompt)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chain2 = LLMChain(llm=llm, prompt=quiz_prompt)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= SimpleSequentialChain(chains=[chain1, chain2])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RAG: Retrieval-Augmented Generation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1A3A1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langchain.document_loaders import PyPDFLoader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langchain.text_splitter import RecursiveCharacterTextSplitter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langchain.embeddings import OpenAIEmbeddings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langchain.vectorstores import Chroma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langchain.chains import RetrievalQA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Load documents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 = PyPDFLoader('research_paper.pdf')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 loader.load()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Split into chunks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 = RecursiveCharacterTextSplitter(chunk_size=1000, chunk_overlap=200)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 = splitter.split_documents(docs)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Create vector store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 OpenAIEmbeddings()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 = Chroma.from_documents(chunks, embeddings)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Build QA chain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= RetrievalQA.from_chain_type(llm=llm, retriever=vectorstore.as_retriever())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= qa.run('What are the key findings of this paper?')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generate text by predicting the next token — prompt engineering guides their output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LangChain: framework for chaining LLM calls, tools, memory, and retrieval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ground LLM responses in your own documents to reduce hallucination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store embeddings for fast semantic similarity search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apps: load data, chunk, embed, store, retrieve, generate — the RAG pipeline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12: LangChain &amp; LLMs</dc:title>
  <dc:subject>PptxGenJS Presentation</dc:subject>
  <dc:creator>AI/ML Course</dc:creator>
  <cp:lastModifiedBy>AI/ML Course</cp:lastModifiedBy>
  <cp:revision>1</cp:revision>
  <dcterms:created xsi:type="dcterms:W3CDTF">2026-03-17T11:55:41Z</dcterms:created>
  <dcterms:modified xsi:type="dcterms:W3CDTF">2026-03-17T11:55:41Z</dcterms:modified>
</cp:coreProperties>
</file>