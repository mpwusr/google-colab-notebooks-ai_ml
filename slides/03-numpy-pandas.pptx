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&amp; Pandas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arrays, vectorized operations, broadcasting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Series, DataFrames, data manipulation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loading: CSV, Excel, JSON, SQL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grouping, aggregation, merging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 and data cleaning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basics with Pandas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Essentials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Array creation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np.array([1, 2, 3, 4, 5])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 = np.zeros((3, 4))        # 3x4 matrix of zeros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 = np.random.randn(100, 5)  # 100x5 random normal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Vectorized operations (no loops!)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arr * 2 + 1            # Element-wise: [3, 5, 7, 9, 11]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= np.dot(a, b)              # Matrix multiplication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Indexing &amp; slicing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np.arange(12).reshape(3, 4)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= matrix[0, :]              # First row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matrix[:, 2]              # Third column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matrix[matrix &gt; 5]       # Boolean indexing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Statistics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np.mean(arr), np.std(arr), np.median(arr)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DataFrame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pd.read_csv('data.csv')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df.head(), df.info(), df.describe()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Selection &amp; filtering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df['column']                         # Single column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df[['col1', 'col2']]                 # Multiple columns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df[df['age'] &gt; 30]                   # Boolean filter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df.query('age &gt; 30 and salary &gt; 50000')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GroupBy &amp; Aggregation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df.groupby('department')['salary'].mean()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df.groupby(['dept', 'role']).agg({'salary': ['mean', 'max']})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Missing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                 # Count nulls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                       # Fill with value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df.dropna(subset=['important_col'])  # Drop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Wrangling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reshape, and transform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 &amp; Joining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on='key')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how='left')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df.join(other, on='key')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df.pivot_table(values, index, columns)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df.melt(id_vars, value_vars)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df.stack() / df.unstack()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pd.get_dummies(df['category'])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fast vectorized operations on arrays — avoid Python loops for numerical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DataFrames are the core abstraction for tabular data manipulation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boolean indexing, .query(), .loc[], .iloc[] for precise data selection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agg: powerful split-apply-combine pattern for summarizing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data first: .head(), .info(), .describe(), .isnull().sum()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Data Science: NumPy &amp; Pandas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