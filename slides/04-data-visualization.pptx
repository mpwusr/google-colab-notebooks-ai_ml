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the foundational plotting library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Seaborn: statistical data visualization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types: line, bar, scatter, histogram, box, heatmap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Customization: colors, labels, legends, annotations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 and multi-panel figures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effective data storytelling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 Basics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line plot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plt.subplots(figsize=(10, 6))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y, color='#2C5F2D', linewidth=2, label='Revenue')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ax.set_title('Monthly Revenue', fontsize=16)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ax.set_xlabel('Month'); ax.set_ylabel('Revenue ($)')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ax.legend(); ax.grid(alpha=0.3)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Subplots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plt.subplots(2, 2, figsize=(12, 8))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axes[0,0].bar(categories, values)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axes[0,1].scatter(x, y, c=colors, s=sizes, alpha=0.6)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axes[1,0].hist(data, bins=30, edgecolor='white')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axes[1,1].boxplot([group1, group2, group3])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Seaborn Statistical Plots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Distribution plots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sns.histplot(df['salary'], kde=True, bins=30)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sns.kdeplot(data=df, x='age', hue='department')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Categorical plots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 x='department', y='salary')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sns.violinplot(data=df, x='dept', y='salary', hue='gender')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sns.countplot(data=df, x='category', order=top_5)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Relationships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sns.scatterplot(data=df, x='age', y='salary', hue='dept', size='experience')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sns.regplot(data=df, x='hours', y='score', ci=95)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Heatmap (correlation matrix)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annot=True, cmap='coolwarm', center=0)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 storytelling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for your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axes and include units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 intentionally (highlight key data)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Simplify: remove chart junk, reduce clutter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story: title should state the insight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charts (distort perception)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 for &gt; 5 categories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y-axes (misleading)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colors or overlapping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 (no title, no labels)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low-level control, fig/ax pattern for publication-quality plots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Seaborn: high-level statistical plots built on Matplotlib, great defaults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selection: scatter (relationships), bar (comparison), hist (distribution), heatmap (correlation)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 axes, add titles, and use tight_layout() for clean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storytelling: lead with the insight, use color to draw attention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Data Visualization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