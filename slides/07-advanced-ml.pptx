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methods: bagging, boosting, stacking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Gradient Boosting, XGBoost, LightGBM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learning: K-Means, hierarchical clustering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reduction: PCA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projects and case studies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considerations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models for better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 (Bootstrap Aggregating)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models on random subsets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predictions (reduce variance)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bagging + feature randomness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overfitting well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Parallelizable — fast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 (Sequential)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sequentially on errors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corrects the previous 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XGBoost, LightGBM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bias AND variance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overfitting without tuning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Models in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RandomForestClassifier, GradientBoostingClassifier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VotingClassifier, StackingClassifier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Forest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RandomForestClassifier(n_estimators=200, max_depth=10,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random_state=42, n_jobs=-1)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rf.fit(X_train, y_train)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print(f'Feature importance: {dict(zip(feature_names, rf.feature_importances_))}')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Gradient Boosting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= GradientBoostingClassifier(n_estimators=200, learning_rate=0.1,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max_depth=5, random_state=42)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Voting Ensemble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voting = VotingClassifier(estimators=[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('rf', rf), ('gb', gb), ('lr', LogisticRegression())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voting='soft')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voting.fit(X_train, y_train)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structure without labels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data into K clusters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to find optimal 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initialization (use k-means++)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with spherical clusters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KMeans(n_clusters=K).fit(X)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Dimensionality Reduction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find principal components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features while keeping variance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high-dimensional data in 2D/3D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multicollinearity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PCA(n_components=2).fit_transform(X)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robust, handles non-linearity, provides feature importance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(XGBoost/LightGBM): top performers on tabular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= combine models for better generalization than any single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simple but effective clustering, use elbow method for 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reduce dimensions, speed up training, remove noise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Advanced Machine Learning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