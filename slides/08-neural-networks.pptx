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inspiration: neurons, layers, activation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Perceptrons and multi-layer networks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functions: ReLU, sigmoid, softmax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and gradient descent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neural networks with Keras/TensorFlow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Overfitting: dropout, regularization, early stopping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 per feature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Normalized/scaled input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matches data dims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3291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Layers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(fully connected)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 (default)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= deeper network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1 neuron, sigmoid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Multi-class: N neurons, softmax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1 neuron, linear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Keras Sequential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Sequential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tensorflow.keras.layers import Dense, Dropout, BatchNormalization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activation='relu', input_shape=(n_features,)),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BatchNormalization(),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Dropout(0.3),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Dense(64, activation='relu'),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Dropout(0.3),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Dense(32, activation='relu'),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Dense(1, activation='sigmoid')  # Binary classification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loss='binary_crossentropy',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metrics=['accuracy'])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model.fit(X_train, y_train, epochs=50, batch_size=32,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validation_split=0.2,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callbacks=[tf.keras.callbacks.EarlyStopping(patience=5)])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Preventing Overfitting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techniques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During 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randomly deactivate neurons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stop when val_loss rises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regularization on weights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(for images)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Choices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between layers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model complexity (fewer neurons/layers)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set to monitor generalization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Overfitting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layers of neurons with learnable weights and activation functions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for hidden layers, sigmoid for binary output, softmax for multi-class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 compute gradients, gradient descent updates weights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Keras: Sequential API for simple models, Functional API for complex architectures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overfitting: dropout, early stopping, batch norm, regularization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Neural Networks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